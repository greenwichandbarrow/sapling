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customschemas.google.com/relationships/presentationmetadata" Target="metadata"/><Relationship Id="rId9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B2B Licensing Software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Assessment: 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>XXX</a:t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>.</a:t>
                      </a:r>
                      <a:r>
                        <a:rPr b="1" lang="en-US">
                          <a:highlight>
                            <a:srgbClr val="FFFF00"/>
                          </a:highlight>
                        </a:rPr>
                        <a:t>XX</a:t>
                      </a:r>
                      <a:r>
                        <a:rPr b="1" lang="en-US" sz="1400" u="none" cap="none" strike="noStrike">
                          <a:highlight>
                            <a:srgbClr val="FFFF00"/>
                          </a:highlight>
                        </a:rPr>
                        <a:t>/3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Early research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The Customs Bonds &amp; Cargo Insurance industry  operates at the intersection of logistics, insurance, and federal law. Customs Bonds are a mandatory three-party contract (Importer, Surety, and US Customs) ensuring that duties and taxes are paid so a shipment can clear US Customs; Cargo Insurance protects against the physical loss or damage of goods in transit (Sea, Air, Road).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>G&amp;B has a </a:t>
                      </a:r>
                      <a:r>
                        <a:rPr lang="en-US" sz="1000" u="none" cap="none" strike="noStrike">
                          <a:highlight>
                            <a:srgbClr val="FFFF00"/>
                          </a:highlight>
                        </a:rPr>
                        <a:t>Good</a:t>
                      </a:r>
                      <a:r>
                        <a:rPr lang="en-US" sz="1000" u="none" cap="none" strike="noStrike"/>
                        <a:t> assessment of the </a:t>
                      </a:r>
                      <a:r>
                        <a:rPr lang="en-US" sz="1000"/>
                        <a:t>Bond &amp; Insurance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industry due to high recurring revenue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and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mission-critical nature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The sector is growing rapidly (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CAGR 12-15% by 2033 – TAM $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1"/>
                            </a:ext>
                          </a:extLst>
                        </a:rPr>
                        <a:t>4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.16B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Customs Bro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kerage, $60.6B Global Cargo Insurance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), driven by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radical shifts in US trade policy, tariff increases and supply chain volatility.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Tariffs &amp; 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executive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policies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Bond insufficiency surges (from standard to high-limit, custom-underwritten bonds)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E-Commerce growth with foreign players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End of Section 321 (de minimis)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984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Nearshoring shifting bond structure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Regulatory compliance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Credit risk (if importer goes bankrupt and owes the government duties, broker may be liable)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Carrier Liability limits &amp; educating the "uninsured" mid-market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Geopolitical volatility (trade wars, industry-specific 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tariffs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Customs Bonds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have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nnual premiums for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ontinuous Bonds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$500 – $2,000+) or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transactional fees for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ingle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e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ntry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onds. The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y are auto-renewing and the broker has power of attorney.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Cargo Insurance is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ommission-based (10% – 20% of premium)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Extremely high (90%+)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retention, with importers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rarely switch unless there is a service failure.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 cap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ital intensity f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 brokers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, although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high for th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e 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underwriters.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There are several established top players in the industry, </a:t>
                      </a:r>
                      <a:r>
                        <a:rPr lang="en-US" sz="1000"/>
                        <a:t>like UPS, FedEx, DHL who bundle bonds with shipping but often provide poor service for complex compliance issues.Specialized Brokers are the gold standard but can be expensive.New tech-enabled disruptors are emerging, using AI to automate the filing process.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Importers of Record: any business bringing goods into the US (target: mid-sized manufacturers or wholesalers with $10M – $200M in annual import </a:t>
                      </a:r>
                      <a:r>
                        <a:rPr lang="en-US" sz="1000"/>
                        <a:t>value</a:t>
                      </a:r>
                      <a:r>
                        <a:rPr lang="en-US" sz="1000"/>
                        <a:t>, too big for "self-service" but too small for the dedicated attention of a global logistics giant)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CBP licensing</a:t>
                      </a:r>
                      <a:endParaRPr sz="1000"/>
                    </a:p>
                    <a:p>
                      <a:pPr indent="-2730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•"/>
                      </a:pPr>
                      <a:r>
                        <a:rPr lang="en-US" sz="1000"/>
                        <a:t>Surety relationships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Data Intergration to CBP ACE portal</a:t>
                      </a:r>
                      <a:endParaRPr sz="10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000" u="none" cap="none" strike="noStrike"/>
                        <a:t>Customer acquisition costs</a:t>
                      </a:r>
                      <a:endParaRPr b="0"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Underwriting discipline (identify quality clients)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Automation of security filings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Cross-selling beyond bonds to cargo insurance and duty drawback services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Scalable infrastructure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>Industry-specific customization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acquisition by 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larger freight forwarders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 PE exit given sticky</a:t>
                      </a:r>
                      <a:r>
                        <a:rPr lang="en-US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recurring revenue, high margins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