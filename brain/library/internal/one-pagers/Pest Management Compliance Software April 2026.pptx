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sz="1600" b="1">
                          <a:solidFill>
                            <a:srgbClr val="000000"/>
                          </a:solidFill>
                        </a:rPr>
                        <a:t>Pest Management Compliance Software | April 2026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sz="1100" b="1">
                          <a:solidFill>
                            <a:srgbClr val="000000"/>
                          </a:solidFill>
                        </a:rPr>
                        <a:t/>
                      </a:r>
                      <a:r>
                        <a:rPr sz="1100" b="1">
                          <a:solidFill>
                            <a:srgbClr val="000000"/>
                          </a:solidFill>
                        </a:rPr>
                        <a:t>2.57 / 3.0 (86%)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1100" b="1">
                          <a:solidFill>
                            <a:srgbClr val="000000"/>
                          </a:solidFill>
                        </a:rPr>
                        <a:t>Status: Under Review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77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Cloud-based SaaS platforms enabling pest control companies to manage regulatory compliance: pesticide usage tracking (EPA registration numbers, application rates, target pests), state licensing/CE requirements for applicators, HACCP/FSMA food safety documentation, chemical inventory management, and audit-ready reporting. The U.S. pest control industry is $26.1B (2025) with ~32,700 companies. The pest control software market is ~$940M (US, 2025) growing at 7.8% CAGR. The compliance-specific subset represents an estimated $200-400M, with strong tailwinds from tightening EPA/state reporting requirements and food safety audit proliferation.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55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/>
                        <a:t/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Pest management compliance software sits at a regulatory chokepoint: every pest control company must document pesticide applications per EPA FIFRA requirements, maintain state applicator licenses with continuing education, and (for food-service clients) produce audit-ready HACCP/SQF reports. The market is highly fragmented with 10+ vendors, most bootstrapped and sub-scale. Consolidation has begun at the top (ServiceTitan/FieldRoutes, EverCommerce/Briostack, WorkWave/PestPac) but the long tail of smaller, independently owned compliance-focused platforms remains untouched. The people + platform model applies: software alone is insufficient without compliance advisory, training content, and regulatory update services that create switching costs.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EPA/state pesticide reporting requirements tightening. States adding electronic filing mandates.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FDA FSMA enforcement intensifying, driving demand for audit-ready pest management documentation.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GFSI/SQF third-party audit requirements deepening into supply chains.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Climate change extending pest seasons, increasing treatment frequency and documentation volume.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$26.1B pest control industry growing 5-6% annually, pulling software adoption.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IoT/smart monitoring creating new data layers requiring compliance documentation.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Top-end consolidation underway: ServiceTitan, EverCommerce, WorkWave acquiring larger platforms.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Pest control operators historically slow to adopt technology (paper-based habits persist).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Low switching costs between general field service platforms (non-compliance features commoditized).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State regulatory fragmentation creates complexity in multi-state compliance.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General-purpose field service platforms (Jobber, Housecall Pro) could add compliance modules.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Chemical handling liability exposure for platforms providing regulatory guidance.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SaaS gross margins: 70-85%. EBITDA margins (mature): 25-40%.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Pricing models: per-technician ($49-100/mo), per-customer count ($59-225/mo), or flat tier ($149-269/mo).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ARPU: $1,200-5,000/yr for SMB operators; $10,000-25,000/yr for enterprise/multi-location.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LTV:CAC favorable due to high switching costs for compliance data.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Valuation: 8-12x EBITDA for SaaS; acquisition at 3-5x for sub-scale targets.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PE-backed/large: FieldRoutes (ServiceTitan), PestPac (WorkWave), Briostack (EverCommerce).</a:t>
                      </a:r>
                      <a:endParaRPr sz="1000" u="none" cap="none" strike="noStrike"/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Independently owned: GorillaDesk (est. 2013, 2000+ customers), Pocomos (bootstrapped, customer-count pricing), Fieldster (Provo, UT), PestScan (15+ years).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Adjacent: Formitize, SafetyCulture (broader field service with pest modules).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Compliance-specific pure plays are rare. Most platforms bundle compliance into broader field service. Opportunity: acquire a field service platform and deepen the compliance layer.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Commercial pest control operators (food processing, restaurants, hospitality). ~19,000 commercial-focused firms.</a:t>
                      </a:r>
                      <a:endParaRPr sz="1000"/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Residential pest control companies needing state licensing/CE compliance.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Multi-location pest control franchises needing centralized compliance dashboards.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Food safety consultants and audit preparation firms.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Property management companies with pest control compliance requirements.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State-by-state regulatory knowledge (50 states, different pesticide reporting rules).</a:t>
                      </a:r>
                      <a:endParaRPr sz="1000"/>
                    </a:p>
                    <a:p>
                      <a:pPr indent="-2730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•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/>
                      </a:r>
                      <a:endParaRPr sz="10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000" u="none" cap="none" strike="noStrike"/>
                        <a:t/>
                      </a:r>
                      <a:endParaRPr b="0" sz="1000" u="none" cap="none" strike="noStrike"/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EPA FIFRA compliance expertise and chemical database maintenance.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NIPR-style integrations with state pesticide regulatory agencies.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Audit-format expertise (SQF, BRC, FSMA) for food safety documentation.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Existing customer base and compliance data creates lock-in.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Technician adoption/training requirements for field software.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12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Depth of compliance features: chemical tracking, license renewal alerts, CE tracking, audit report generation.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/>
                      </a:r>
                      <a:endParaRPr sz="1400" u="none" cap="none" strike="noStrike"/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Mobile-first UX for field technicians (pest control operators work in the field, not at desks).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Multi-state regulatory database maintenance and update cadence.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Integration with state regulatory databases for automated license verification.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/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/>
                      </a:r>
                      <a:endParaRPr sz="1400" u="none" cap="none" strike="noStrike"/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Content layer: compliance training, regulatory updates, best-practice templates.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Customer success: onboarding, compliance advisory, audit prep support (the 'people' in people + platform).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7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ServiceTitan/FieldRoutes (vertical SaaS acquirer, expanding pest control footprint). EverCommerce (serial acquirer of vertical SaaS platforms). WorkWave (pest control software consolidator). PE platforms building compliance SaaS portfolios. Strategic pest control roll-ups (Certus, Rentokil, Rollins) seeking tech-enabled compliance. SBA financing available for acquisitions under $5M.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