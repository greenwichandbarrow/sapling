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Fertility / IVF Clinic Software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2.25 / 3.0 (75%) — FAILED Initial Screen (Growth TAM)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Specialty EHR and practice management software purpose-built for fertility clinics (IVF, IUI, egg freezing, embryo banking). Handles cycle tracking across stimulation, retrieval, and transfer; embryology lab chain-of-custody; andrology specimen tracking; SART/CDC reporting; and mixed payor workflows (cash pay, employer fertility benefits, commercial insurance). Small vendor universe of roughly 10 to 15 meaningful players: eIVF (Practice Highway), Artisan Fertility EMR, BabySentry, MedITEX, Meditab FertilityEHR, EMR Bear, ModMed Fertility, LifeLinkr. US fertility clinic universe is approximately 500 REI practices operating 500 to 550 centers. B2B2C: clinic is buyer; patient and embryologist are end users. Adjacent integrations: EngagedMD (patient education and consent), Salve, Rectangle Health, Tosoh, Fulgent.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>Specialty EHR sits inside an embryology lab workflow that general-purpose EHRs cannot safely replicate: cryopreservation chain-of-custody, witness verification, double-ID protocols, and SART reporting are lab-grade software, not physician documentation. That requirement creates a narrow vendor pool and punishing switching costs. Ripping out the EMR mid-cycle risks specimen misidentification, so clinics replatform once a decade. The resulting installed base is sticky, recurring, and sold into a clinic segment that is itself consolidating under PE (IVI RMA, Inception, US Fertility, Kindbody). Multi-site operators want one enterprise-grade platform across acquired clinics, concentrating demand on a shrinking set of qualified vendors.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US fertility benefits coverage accelerating: IVF coverage among large employers rose from 27% (2020) to 36%+ and over 47% at 5,000+ employee firms. Fertility treatment market projected around $41B by 2026. State mandates expanding (20+ states with some IVF coverage requirement). Progyny, Maven, Carrot, and Kindbody drive employer-funded cycle volume, requiring clinics to handle complex multi-payor billing. PE rollups of clinics (KKR/IVI RMA, L Catterton/US Fertility $1.7B injection 2025, Inception, Pinnacle) create multi-site buyers wanting enterprise EHR. AI lab automation (time-lapse imaging, embryo grading) is driving integrations. SART/CDC reporting rules tightening; automation is table stakes.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Progyny, Maven, and Kindbody vertical integration risk: benefits platforms building or acquiring their own clinic tech could disintermediate independent EHR vendors. Clinic-rollup consolidation cuts both ways; acquirers often standardize on one platform, creating winner-take-most dynamic among vendors. Kindbody operates its own clinic stack. Epic and athenahealth encroachment on larger multi-specialty health systems absorbing fertility practices. AI-native entrants (embryo scoring, cycle prediction) could leapfrog legacy vendors. Regulatory overhang post-Alabama embryo personhood ruling; state-level restrictions could shrink addressable clinics. Small TAM (~500 clinics) caps scale.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SaaS gross margins: 70 to 85%. Mature EBITDA margins: 25 to 40%. Pricing: per-provider per month ($200 to $500) plus per-cycle fees ($20 to $75/cycle); cycle-based pricing aligns vendor revenue to clinic volume growth. Implementation fees: $25K to $150K depending on clinic size and embryology modules. Revenue per clinic: ~$30K to $200K ARR (single-site REI) up to $500K to $2M+ (multi-site networks). US fertility EHR software market approximately $188M (2025) growing to ~$215M (2030) at 2.7% CAGR; broader IVF software TAM approximately $1.5B (2024) projected to $3.2B (2033) at 9.2% CAGR. Net revenue retention is high (100 to 115%), driven by cycle volume growth and module upsell (embryology, andrology, patient portal, analytics).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Specialty leaders: eIVF / Practice Highway (largest US footprint, embedded EngagedMD integration), Artisan Fertility EMR (growing single-platform clinic tool), BabySentry (global, lab-centric, since 2000), MedITEX IVF (European, with US presence). Multi-specialty encroachment: ModMed Fertility (RCM-integrated, targets enterprise networks), Meditab FertilityEHR, Pabau (multi-specialty). Budget tier: EMR Bear (small practices). No single platform dominates. Consolidation underway: FertilityTech acquired EmbryoData; GlobalHealth IT merged with ReproSoft. EngagedMD operates as a patient-engagement layer, not full EMR; partners rather than competes.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Primary buyer: REI physician-owner or practice administrator at independent fertility clinic (1 to 5 REIs, 1 to 3 sites); approximately 350 to 400 US practices. Secondary buyer: CIO or COO at multi-site networks (IVI RMA 100+ US centers, US Fertility, Inception, Pinnacle, Kindbody). End users: REIs, OB/GYNs, embryologists, andrologists, IVF nurses, financial counselors, patients (portal). Decision driver at small clinic: physician-founder comfort plus embryology lab director veto. At network level: enterprise IT and clinical leadership committee; contracts run 3 to 5 years. Sales cycle: 6 to 12 months for single site, 12 to 18 months for networks. Switching cost is extreme; embryology data migration is regulated (tank-to-tank specimen chain) and mid-cycle replatform risks patient-specimen mismatches.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Embryology lab integration is the moat: witness verification, barcode/RFID specimen tracking, cryo-storage inventory, double-ID protocols, SART/CDC reporting compliance. Requires domain expertise (embryologist co-design) and multi-year clinical validation. FDA/CLIA/CAP regulatory overhead for lab-integrated modules. SART reporting accreditation required for US market credibility. Reference network effects; the REI community is small, tight, and conference-driven (ASRM, PCRS), and vendor reputation circulates fast. Patient portal and consent workflows must integrate with EngagedMD-style vendors. Switching costs protect incumbents but gate new entrants. Capital required to build multi-site and enterprise-grade infrastructure.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Embryology lab fluency: witness-based workflows, specimen chain-of-custody, cryo-inventory, andrology specimen tracking; the table-stakes differentiator against general EHR. SART/CDC reporting automation out of the box. Mixed-payor billing engine supporting cash, employer fertility benefits (Progyny, Maven, Carrot, Kindbody) and commercial insurance with per-cycle bundling. Patient portal and consent integration with EngagedMD or equivalent. Multi-site and enterprise deployment capability for PE-rollup networks. Clinical advisory board with practicing REIs and senior embryologists. Strong reputation in ASRM, PCRS, and SART community; reference selling dominates. Data interoperability (HL7/FHIR) for lab instruments (Tosoh, Hamilton Thorne, time-lapse imaging) and benefits-platform claims feeds.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Roadmap credibility on AI: embryo scoring, cycle outcome prediction, protocol optimization. Women-led clinical product leadership resonates with REI buyers (field is over 50% female physicians; patient experience is female). Implementation and training bench; clinics cannot tolerate go-live errors during active cycles.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Healthtech PE platforms: Thoma Bravo, Vista, Francisco Partners, TA Associates, Insight; specialty EHR is a core thesis (MedTech EHR, Greenway, athenahealth-adjacent plays). Strategic acquirers: ModMed (specialty EHR roll-up), athenahealth, NextGen, Veradigm, WellSky. Adjacent strategics: fertility benefits platforms (Progyny, Maven, Kindbody) could vertically integrate. Lab-instrument strategics: Hamilton Thorne, Cooper Surgical (owns fertility consumables and IVF stimulators). Larger healthtech roll-ups absorbing specialty EHRs at 6 to 12x revenue, 20 to 35x EBITDA at scale. Secondary PE exits common (eIVF-type platforms have changed hands). M&amp;A tailwind from clinic-side PE consolidation; enterprise buyers want one EHR across acquired clinics.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