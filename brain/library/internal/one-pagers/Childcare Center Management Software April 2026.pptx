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</a:rPr>
                        <a:t>Childcare Center / Daycare Management Software |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Assessment: 2.53 / 3.0 (84%)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Status: New / Under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/>
                        <a:t>The Childcare Center / Daycare Management Software industry serves licensed daycare centers, preschools, Head Start programs, faith-based and Montessori schools, and multi-site childcare operators with state-licensing compliance tracking, child-to-staff ratio monitoring, immunization records, parent communication and billing, subsidy reporting (CCDBG, Head Start), staff scheduling, and tuition collection. ~130K+ licensed US centers; TAM ~$1.0-1.5B growing 12-15% CAGR. Top vendors: Brightwheel, Procare, HiMama/Lillio, Kangarootime, ChildcareCRM.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000" u="none" cap="none" strike="noStrike"/>
                        <a:t>Childcare center management software is a fragmented, compliance-heavy system-of-record category sitting between operators, parents, and state regulators. Switching costs are high because the software holds enrollment, immunization, ratio compliance, subsidy reporting, and parent payment data — replacement requires director retraining, parent re-onboarding, and re-integration with state licensing/subsidy portals. Long retention (multi-year, &gt;90%) plus per-center recurring revenue creates predictable cash flow. The long tail of independent and specialty vendors (faith-based, Montessori, Head Start, multi-site regional) is structurally underserved by the PE/VC-backed incumbents who chase enterprise multi-site operators.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State licensing digitization (50-state portals modernizing). Federal subsidy reporting expansion (CCDBG, Head Start, ARPA-funded center stabilization). Employer-sponsored childcare benefits growing (Care.com, Bright Horizons, KinderCare partnerships). Parent-app expectations post-COVID (real-time daily reports, photos, tuition autopay). Dual-income household growth. QRIS (state quality rating systems) creating measurement demand. Multi-site operator consolidation creating enterprise upgrade cycles.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PE/VC saturation of incumbents: Brightwheel (Bessemer/Emerson Collective), Procare (TA Associates), HiMama/Lillio (Bain Capital Ventures), Kangarootime (Mainsail) — limiting independent platform availability. AI-native entrants (Wonderschool, Kinside) pressuring marketplace adjacencies. Center closures post-COVID (15-20% supply contraction in some markets) shrinking installed base. State subsidy rate volatility. Workforce shortage at centers can suppress enrollment (and seat-based pricing).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SaaS pricing typically per-center or per-child: $99-$499/center/month, or $1-$3/child/month, with add-ons for parent billing/payments (interchange + processing fees), payroll, and CRM/enrollment marketing. Multi-site operators negotiate enterprise pricing ($5K-$50K+/year). Vertical SaaS gross margins 70-80%; mature platforms 25-35% EBITDA; sub-scale bootstrapped targets 15-25%. NRR 105-115% from seat expansion as enrollment grows. Payment processing is significant ancillary revenue (often 30-50% of total).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000" u="none" cap="none" strike="noStrike"/>
                        <a:t>PE-backed leaders: Brightwheel (Bessemer/Emerson, dominant in independent centers), Procare (TA Associates, legacy installed base + multi-site), HiMama/Lillio (Bain Capital Ventures, daily-sheets/parent-comm focus), Kangarootime (Mainsail, multi-site operator focus), ChildcareCRM (enrollment marketing). Specialty/long-tail: EZCare, Sandbox, Smartcare, Jackrabbit Care, MyKidReports, Playground (Y Combinator), FastDirect (faith-based), Transparent Classroom (Montessori). Generic substitutes: QuickBooks + paper, ClassDojo, Remind.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Primary buyers: licensed daycare center directors and owners (single-site to ~10-site operators), Head Start program directors, preschool/Montessori/faith-based school administrators, and multi-site childcare chains. ~130K+ licensed US centers. Female-dominated workforce (~95% of childcare workers are women) and majority female-owned operators. End customers (parents) are dual-income households. Buyer is typically the center director or owner-operator; multi-site adds an ops/finance layer.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State licensing workflow depth (50-state variability — ratios, square footage, training hours, background checks). Subsidy reporting integrations (CCDBG, Head Start, state pre-K). Payment processing relationships and PCI compliance. Parent-app distribution (incumbent app already on every parent's phone). Reference-driven sales — directors trust peer recommendations. Multi-year switching cost on enrollment + immunization + subsidy data.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Director/operator workflow fit over feature breadth. State licensing compliance depth (50-state coverage). Parent-app UX and reliability (parents are the daily users). Payment processing reliability and pricing. Subsidy reporting accuracy (CCDBG/Head Start). Reference selling through state childcare associations and QRIS networks.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>Specialty vertical positioning (faith-based, Montessori, Head Start, multi-site regional) as wedge into PE-saturated general market. Director-led GTM via state childcare associations and QRIS networks. AI-assisted daily reports/observations as a wedge feature. Female-founder/operator credibility for relatable seller dynamic.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Strategic acquirers: Brightwheel, Procare, HiMama/Lillio, Kangarootime, ChildcareCRM. Adjacent: Bright Horizons, KinderCare, Care.com (parent-side platforms). PE roll-up platforms: Bessemer, TA Associates, Bain Capital Ventures, Mainsail, Warburg, Vista, Thoma Bravo (vertical SaaS focus).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