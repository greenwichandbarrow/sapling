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  <p:sldId id="259" r:id="rId13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identified.md" TargetMode="External"/><Relationship Id="rId4" Type="http://schemas.openxmlformats.org/officeDocument/2006/relationships/hyperlink" Target="https://accreditationsupport.acr.org/support/solutions/articles/11000056188-quality-control-ct" TargetMode="External"/><Relationship Id="rId5" Type="http://schemas.openxmlformats.org/officeDocument/2006/relationships/hyperlink" Target="https://www.uniconmedicalphysics.com/" TargetMode="External"/><Relationship Id="rId6" Type="http://schemas.openxmlformats.org/officeDocument/2006/relationships/hyperlink" Target="https://www.rps.nyc/" TargetMode="External"/><Relationship Id="rId7" Type="http://schemas.openxmlformats.org/officeDocument/2006/relationships/hyperlink" Target="https://www.rps.nyc/post/hedge-fund-buyouts-medical-physics-prices-ny-nj" TargetMode="External"/><Relationship Id="rId8" Type="http://schemas.openxmlformats.org/officeDocument/2006/relationships/hyperlink" Target="https://intermountainmedicalphysics.com/" TargetMode="External"/><Relationship Id="rId9" Type="http://schemas.openxmlformats.org/officeDocument/2006/relationships/hyperlink" Target="https://ventmedicalphysics.com/" TargetMode="External"/><Relationship Id="rId10" Type="http://schemas.openxmlformats.org/officeDocument/2006/relationships/hyperlink" Target="https://www.diagnosticradphys.com/locations/medical-physicist-new-jersey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estphysics.com/west-physics-announces-acquisition-of-radiographic-testing-services-inc/" TargetMode="External"/><Relationship Id="rId3" Type="http://schemas.openxmlformats.org/officeDocument/2006/relationships/hyperlink" Target="https://w3.aapm.org/corporate_affiliates/" TargetMode="External"/><Relationship Id="rId4" Type="http://schemas.openxmlformats.org/officeDocument/2006/relationships/hyperlink" Target="https://www.kslab.com/wp-content/uploads/2018/10/KS-Capabilities-Statement.pdf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https://www.census.gov/naics/reference_files_tools/2022_NAICS_Manual.pdf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0G33YObal28mUqA5mTOX-THINT3n2c5z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64592" y="694944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64592" y="8723376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64592" y="749808"/>
          <a:ext cx="6528816" cy="6291072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64408"/>
                <a:gridCol w="3264408"/>
              </a:tblGrid>
              <a:tr h="38404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Diagnostic Medical Physics QA | Sep 2026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Assessment: 1.83 / 3.0 (61%)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incomplete; analyst review.</a:t>
                      </a: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Status: Research | Scored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Initial screen incomplete</a:t>
                      </a: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diagnostic imaging QA, equipment-performance testing and radiation-safety support for outpatient facilities. Five US service providers verified; independent scaled pool unknown. US service-only TAM and CAGR remain unverified.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firms occupy the compliance layer between imaging equipment and facility operators. Periodic testing, qualified personnel and equipment-history continuity can support repeat demand and switching friction. Multi-physicist teams may scale local coverage; that operating model still needs validation.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ACR CT accreditation requires annual physicist surveys.
• Equipment changes create acceptance/QA work.
• Safety documentation supports repeat service.
• Above-GDP niche growth is not established.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Credentialed talent and founder dependence.
• Liability and travel-density economics.
• Consolidation and hospital buyer power.
• Narrow TAM and margins unverified.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Revenue: repeat surveys plus project acceptance, shielding and ongoing safety support. Contracted share and retention unknown.
Typical EBITDA/gross margin: unknown. No 15%+ margin claim.
Price varies by modality and scope; no representative rate validated.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Regional examples: Unicon (OH), RPS (NY), Intermountain (West), Vent (PA/NJ), DRPS (NJ service area). Ownership/scale need verification.
West Physics acquired Albany RTS in Sep 2026; RTS is a comp, not an independent target.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Outpatient imaging centers, ambulatory facilities and other diagnostic equipment operators. Focus excludes clinic ownership, treatment delivery and equipment resale.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physicists; accreditation/regulatory knowledge; calibrated tools; site-specific history. Scarce talent is also a supplier constraint.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75488"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qualified staff; standardize QA reports; cluster routes; maintain equipment histories and service cadence; track retention and margin by modality.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J-curve hypothesis: periodic compliance demand and team continuity support transition. Verify contracts and key-person exposure.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93192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West Physics is a demonstrated strategic acquirer. Other buyers are not validated. Consolidation signals an exit route and competition for independent firms.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45720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800600" y="8759952"/>
            <a:ext cx="18745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2880" y="8046720"/>
            <a:ext cx="649224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900">
                <a:solidFill>
                  <a:srgbClr val="323232"/>
                </a:solidFill>
              </a:rPr>
              <a:t>Research status: initial screen incomplete. Exact niche TAM, typical EBITDA and scaled independent target count remain unverified. Sources follow.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Gathering and synthesis chatroom — RECENT / HISTORICAL / synthesis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Identifier evidence and caveats — Full screen, TAM and provider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ACR CT QA requirements — Revised Mar21 2025 annual physicist survey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Unicon — Independent regional diagnostic service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RPS — NY-area medical physics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RPS independence — Self-described independent non-PE provider; competing firms price statements not independently adopted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0807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8"/>
              </a:rPr>
              <a:t>Intermountain — Independent annual QA/RSO, since2019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8122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9"/>
              </a:rPr>
              <a:t>Vent — Qualified diagnostic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75438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10"/>
              </a:rPr>
              <a:t>DRPS — NJ diagnostic QA/RSO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West Physics RTS acquisition — Sept2 announcement; acquired comp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AAPM directory — Corporate directory includes equipment vendors; not independent-firm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K&amp;S capabilities — Taxonomy/capabilities only; historical ownership not current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Synthesis — Six outputs and workflow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Census2022 NAICS — Broad classification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Live tracker — Four tabs re-read for semantic dedup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/>
              <a:t>Sources: Industry Scoring</a:t>
            </a:r>
          </a:p>
          <a:p>
            <a:r>
              <a:rPr sz="1400"/>
              <a:t>Industry score 1.83 / 3.0 (61%). Initial screen remains incomplete.</a:t>
            </a:r>
          </a:p>
          <a:p>
            <a:r>
              <a:rPr sz="1400"/>
              <a:t>Actual eight-group G&amp;B INDUSTRY template; ratings +=3, +/-=2, -=1. Unknown empirical metrics assigned conservative 1 uncertainty penalty, not asserted adverse facts; unknown qualitative judgments generally 2. Target TAM excluded. Weighted average /3. Original category/total formulas retained; numeric rating inputs replace SWITCH and deterministic XML caches verified with openpyxl data_only. No initial-screen certification.</a:t>
            </a:r>
          </a:p>
          <a:p>
            <a:r>
              <a:rPr sz="1400">
                <a:hlinkClick r:id="rId2"/>
              </a:rPr>
              <a:t>Workbook: https://drive.google.com/file/d/10G33YObal28mUqA5mTOX-THINT3n2c5z/view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